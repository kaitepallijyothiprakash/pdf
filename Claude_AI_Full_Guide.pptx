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0058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00BFA5">
              <a:alpha val="80000"/>
            </a:srgbClr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64592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Beginner to Pro Guide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Claude AI, Claude Cowork &amp; Claude Code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371600" y="32918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A2B4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3558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52m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3730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Course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32918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A2B4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0" y="33558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840480" y="3730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32918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A2B4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33558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09360" y="3730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FULL Claude Tutorial For Beginners in 2026 – Productive Dude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207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112471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Claude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4538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it, pricing, sign-up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3192" y="21854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185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210312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Customisation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4323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models, tools, connectors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" y="3163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163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3081528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Claude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3410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GCAO framework &amp; techniques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8678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3192" y="41422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" y="4059936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Artifacts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4389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work, build mini-apps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05156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73752" y="1207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0952" y="112471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14538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computer use, tasks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02996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73752" y="21854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185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30952" y="210312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&amp; Skills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30952" y="24323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Gmail, Calendar, custom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00837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73752" y="3163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3163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30952" y="3081528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30952" y="3410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 real websites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98678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73752" y="41422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30952" y="4059936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Best Practices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30952" y="4389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tricks and summary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9144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pPr indent="0" marL="0">
              <a:buNone/>
            </a:pPr>
            <a:r>
              <a:rPr lang="en-US" sz="15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AI assistant built by Anthropic, designed to be helpful, harmless, and honest.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— ask questions, write content, analyse data, write code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large language models trained by Anthropic (safety-focused AI company)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via web, mobile app, desktop app, and API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in multiple models: Haiku (fast), Sonnet (balanced), Opus (most powerful), and Mythos (frontier research)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with ChatGPT, Gemini, and other large language models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strong at: long documents, coding, nuanced writing, and reasoning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Pricing &amp; Plans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651760" cy="4023360"/>
          </a:xfrm>
          <a:prstGeom prst="roundRect">
            <a:avLst>
              <a:gd name="adj" fmla="val 4828"/>
            </a:avLst>
          </a:prstGeom>
          <a:solidFill>
            <a:srgbClr val="CBD5E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" y="21031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messages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access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features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868680"/>
            <a:ext cx="2651760" cy="4023360"/>
          </a:xfrm>
          <a:prstGeom prst="roundRect">
            <a:avLst>
              <a:gd name="adj" fmla="val 4828"/>
            </a:avLst>
          </a:prstGeom>
          <a:solidFill>
            <a:srgbClr val="1A2B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1031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messages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incl. Opus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Artifacts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651760" cy="4023360"/>
          </a:xfrm>
          <a:prstGeom prst="roundRect">
            <a:avLst>
              <a:gd name="adj" fmla="val 4828"/>
            </a:avLst>
          </a:prstGeom>
          <a:solidFill>
            <a:srgbClr val="00BFA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82512" y="21031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Projects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rate limits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Start free, upgrade to Pro when you hit message limits — totally worth it for daily use.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Chat Interface Tour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Haiku, Sonnet, Opus, Mythos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fresh conversation with clean context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conversations, searchable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234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PDFs, images, spreadsheets, code files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Styles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custom tone: concise, formal, casual, etc.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Incognito Chat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not saved or used for training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8595360" cy="1508760"/>
          </a:xfrm>
          <a:prstGeom prst="roundRect">
            <a:avLst>
              <a:gd name="adj" fmla="val 6061"/>
            </a:avLst>
          </a:prstGeom>
          <a:solidFill>
            <a:srgbClr val="1A2B4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Key Shortcuts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→ Send message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Shift+Enter → New 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Ctrl+K → Search chats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Ctrl+Shift+O → New chat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&amp; Memory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509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Settings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General: notifications, appearance, language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billing: data controls, plan management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Memory: remembers facts about you across chats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Settings: web search, code execution, artifacts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Settings: link third-party services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Permissions: auto-run or review before running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841248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9509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Memory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10328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builds a memory of your preferences &amp; projects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ChatGPT memories and import into Claude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persists across separate chat sessions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delete specific memories at any 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personalise responses and reduce repetition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 Settings → Memory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Models &amp; Voice Mode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Haiku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most cost-effective, great for simple tasks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86868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Sonnet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2032" y="1810512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speed and intelligence — daily workhorse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81144" y="86868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1144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72584" y="1810512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intelligent, complex reasoning and long documents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86868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11696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11696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03136" y="1810512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research model (limited access)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8503920" cy="1965960"/>
          </a:xfrm>
          <a:prstGeom prst="roundRect">
            <a:avLst>
              <a:gd name="adj" fmla="val 4651"/>
            </a:avLst>
          </a:prstGeom>
          <a:solidFill>
            <a:srgbClr val="1A2B4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971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Voice Mode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3401568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Claude using your microphone in real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multiple voice personas (settings → Voices)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hands-free brainstorming and learning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and responds — works like a conversation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GCAO Prompt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prompting technique from the course — structures every great prompt: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8595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8988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3898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0280" y="1389888"/>
            <a:ext cx="644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Claude to produce? Be specific about the output.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8595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27685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76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27685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0280" y="2276856"/>
            <a:ext cx="644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you, what is the situation, what background matters?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072384"/>
            <a:ext cx="8595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16382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163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16382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40280" y="3163824"/>
            <a:ext cx="644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task — write, summarise, brainstorm, translate, fix...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959352"/>
            <a:ext cx="8595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40507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050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40507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40280" y="4050792"/>
            <a:ext cx="644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length, tone — e.g. 'bullet list', '3 paragraphs', 'formal email'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Examples — GCAO in 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874520"/>
          </a:xfrm>
          <a:prstGeom prst="roundRect">
            <a:avLst>
              <a:gd name="adj" fmla="val 4878"/>
            </a:avLst>
          </a:prstGeom>
          <a:solidFill>
            <a:srgbClr val="FEE2E2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Weak 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me an email."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context, no goal, no output format specified.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8503920" cy="1874520"/>
          </a:xfrm>
          <a:prstGeom prst="roundRect">
            <a:avLst>
              <a:gd name="adj" fmla="val 4878"/>
            </a:avLst>
          </a:prstGeom>
          <a:solidFill>
            <a:srgbClr val="D1FAE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632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Strong Prompt (GCAO)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10712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"I'm a software engineer emailing a client to delay a project deadline by 2 weeks due to unexpected technical issues. Write a professional, apologetic email (200 words max) that reassures them and proposes a new timeline."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email  |  C: engineer + client situation  |  A: write  |  O: professional, 200 words, with timeline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more context you give Claude, the better the output. Treat it like briefing a smart colleague.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Prompting Techniques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987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987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Role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371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who to be: "Act as a senior marketing strategist..."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987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13248" y="987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Format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371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"Respond in a numbered list / table / bullet points / JSON"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404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" y="24048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 Refine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2788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it shorter / more formal / add an example / give 3 alternatives"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404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📎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13248" y="24048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13248" y="2788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PDFs, images, code files — Claude reads and reasons over them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38221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2688" y="38221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Prompts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206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tasks into steps — each prompt builds on the last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7490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38221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13248" y="38221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Writing Styles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13248" y="4206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Pre-save a style (e.g. 'my blog voice') so Claude always matches your tone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Projects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86868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914400"/>
            <a:ext cx="7086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= persistent workspaces that remember all context between conversations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Project Instructions: tell Claude its role, rules, and knowledge for that project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reference files (PDFs, docs, code) — Claude reads them in every chat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ongoing client work, research projects, personal assistants, coding bases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chats within a project share the same context and instructions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projects easily — each one is fully isolated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452628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5537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Instruction: "You are my content marketing assistant. Always write in my brand voice (friendly, witty, punchy). Target audience: startup founders."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Artifacts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509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Artifacts?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are standalone pieces of content Claude creates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 in a side panel — separate from the chat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shared, edited, and re-used independently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code, documents, HTML, SVG, React components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 Settings → Artifact Settings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841248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9509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Build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10328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web apps (HTML/CSS/JS) — no coding knowledge needed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dashboards with interactive charts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calculators, and tools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documents and reports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visualisations from your data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74320" y="4553712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1A2B4A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Example: "Create an interactive quiz about the French Revolution as a web app" → Claude builds and renders it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&amp; Visualisations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69848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987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35024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CSV, Excel file, or paste raw data into the chat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93976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011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59152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"Analyse this data and show me a bar chart of sales by region"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62656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18104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181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035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visual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8328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renders charts, tables, and insights as an Artifact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86784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42232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42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0599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&amp; iterate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40740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highlight the top 3 performers" — Claude updates live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48097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Supported: bar charts, line graphs, pie charts, scatter plots, tables, maps — all interactive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Desktop &amp; Cowork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86868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914400"/>
            <a:ext cx="7086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= native Mac/Windows app with system integration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= advanced desktop layer for automation and file management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Chat: instant floating chat accessible from any app via hotkey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Use: Claude can see your screen and control your mouse/keyboard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Tasks: run prompts automatically on a schedule (daily, weekly)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Projects: bundle instructions + tasks + connectors into reusable workflows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452628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1A2B4A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benefit: Claude can operate your computer like a human assistant — filling forms, organising files, running tasks while you sleep.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Use &amp; Scheduled Tasks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509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Use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see your screen via screenshot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buttons, fills forms, opens files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browser or desktop tasks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data entry, research, file management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Review actions before Claude executes — safety first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841248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9509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10328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Claude to run any task at a specific 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every Monday, draft weekly report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Skills for powerful automation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Dispatch: manage and monitor all scheduled runs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saved in your Cowork dashboard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 — Notion, Gmail &amp; Calendar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241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15568" y="1005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 MCP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371600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&amp; writes to your Notion workspace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pages, update databases, search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"Summarise all my Notion meeting notes from this week"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4144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15568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788920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reads, drafts, and sends emails for you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inbox, auto-reply to threads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follow-up email to everyone I have not replied to in 3 days"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8587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15568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Calendar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4206240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sees your calendar events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meetings, block focus time, plan your week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my schedule look like tomorrow? Add a 2-hour deep work block."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371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via: Claude Desktop → Settings → Connectors. Uses MCP (Model Context Protocol).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Skills — Build Custom Behaviours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reusable instruction sets that teach Claude how to do a specific task consistently.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task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41732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0312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5361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instructions (markdown)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41732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9476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15361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Claude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41732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15361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prompts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41732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804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A2B4A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78040" y="15361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or reuse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14884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8912" y="2240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Skill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8912" y="260604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instructions — e.g. a recipe formatter that always outputs the same structured format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14884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19472" y="2240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Framework Skill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19472" y="260604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+ Behaviour + Style — the gold standard for advanced skills (course resource)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493008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38912" y="35844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Skill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38912" y="395020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instructions with context, examples, and chained logic for complex workflows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493008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19472" y="35844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Skill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919472" y="395020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Google Calendar connector + instructions to auto-schedule and manage your week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589520" y="137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1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0058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24128"/>
            <a:ext cx="7086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= terminal-based agentic coding tool (command-line interface)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your machine — reads, writes, and executes real files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modes: local environment (your machine) or cloud environment (Anthropic servers)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GitHub — commits, branches, PRs all from natural language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Mode: Claude shows a plan before making any code changes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control what Claude can auto-run vs. what needs your approval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 on mobile — cloud environment means works from anywhere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Deploy a Website with Claude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folder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folder, open Claude Code in that directory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051560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51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CLAUDE.md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0" y="137160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your project goals, stack, and rules in this 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468880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68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23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 Claude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27889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 a personal portfolio website with About, Projects, Contact sections"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468880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68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423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Plan Mode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0" y="27889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Claude's plan, approve, Claude writes all files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886200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862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840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Netlify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05840" y="42062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Netlify connector — Claude deploys with one command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886200"/>
            <a:ext cx="475488" cy="47548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8862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3840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domain &amp; env vars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0" y="42062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domain, API keys, environment variables in Netlify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— Cloud &amp; GitHub Integration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509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Environment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Claude Code entirely on Anthropic's servers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install needed — access from phone or tablet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sync via GitHub to your real codebase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for: on-the-go edits and remote team workflows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remote skills stored and run in the cloud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841248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9509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Integration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10328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 repo to Claude Code project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commit: Claude sets up repo structure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changes from natural language commands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+ GitHub setup: auto-deploy on every commit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live website from anywhere in the world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74320" y="4553712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1A2B4A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example: "claude" → opens interactive session. "/plan" → review before execution. "/permissions" → set file access rules.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 &amp; Automation in Claude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332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any Claude Code task to run at a set time — daily, weekly, or custom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7393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1655064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every night at midnight, Claude pulls latest data and updates your website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146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23957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Skills to reuse logic across scheduled and manual runs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255264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3232" y="31363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Skills stored in GitHub — Claude Code cloud environment executes them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995928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3232" y="387705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Terminal: run raw terminal commands alongside Claude prompts</a:t>
            </a:r>
            <a:endParaRPr lang="en-US" sz="1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736592"/>
            <a:ext cx="292608" cy="2926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13232" y="46177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live website from your phone by chatting with Claude Code cloud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320040" y="440740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548640" y="4462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from the course: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548640" y="470001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Sunday at 9 PM, Claude fetches the latest blog post from my RSS feed, formats it for my website style, and pushes the update to Netlify via GitHub."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Pro Tips &amp; Tricks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B4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" y="111556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ChatGPT memories into Claude to instantly give it your full history and preferences.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B4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1155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13832" y="111556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Incognito Chat for sensitive conversations — nothing saved, not used for training.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B4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688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33272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Writing Style for each project — Claude matches your voice without re-prompting.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59152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B4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4688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13832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CLAUDE.md to your code projects — it's like a permanent system prompt for Claude Code.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B4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3272" y="38221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Plan Mode in Claude Code before big changes — review the plan before Claude touches any files.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12464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B4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38221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13832" y="38221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"What else would you need to give a better answer?" — it reveals hidden context gaps.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Use Cases — What Can You Do?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posts, social media, emails, scripts, copywriting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9144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64408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9933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debug, review code in any language. Build full apps.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9144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25896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17336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17336" y="19933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spreadsheets, generate charts, write SQL queries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0050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papers, compare sources, extract key insights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72968" y="29260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72968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264408" y="3639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64408" y="40050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concepts, create quizzes, study notes, tutoring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25896" y="29260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25896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117336" y="3639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17336" y="40050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tasks, email workflows, calendar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37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371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 powerful AI assistant — use GCAO prompts to get the best outputs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+ Instructions = persistent AI assistant tailored to your work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let you build mini-apps, dashboards, and documents without coding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enables computer use, scheduled automation, and connector-based workflows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05840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make Claude reusable — build once, use forever across tasks and tools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and deploys real websites from natural language commands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environment + GitHub means you can update your projects from anywhere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context you give Claude, the more powerful and accurate it becomes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now ready to go from Claude beginner to pro.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3218688"/>
            <a:ext cx="2286000" cy="841248"/>
          </a:xfrm>
          <a:prstGeom prst="roundRect">
            <a:avLst>
              <a:gd name="adj" fmla="val 10870"/>
            </a:avLst>
          </a:prstGeom>
          <a:solidFill>
            <a:srgbClr val="1A2B4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" y="3273552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Full Course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6112" y="356616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youtube.com/watch?v=Xg55nTrbYYY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29000" y="3218688"/>
            <a:ext cx="2286000" cy="841248"/>
          </a:xfrm>
          <a:prstGeom prst="roundRect">
            <a:avLst>
              <a:gd name="adj" fmla="val 10870"/>
            </a:avLst>
          </a:prstGeom>
          <a:solidFill>
            <a:srgbClr val="1A2B4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02152" y="3273552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Claude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02152" y="356616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35040" y="3218688"/>
            <a:ext cx="2286000" cy="841248"/>
          </a:xfrm>
          <a:prstGeom prst="roundRect">
            <a:avLst>
              <a:gd name="adj" fmla="val 10870"/>
            </a:avLst>
          </a:prstGeom>
          <a:solidFill>
            <a:srgbClr val="1A2B4A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08192" y="3273552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Community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08192" y="356616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aifoundations.io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 simple. Prompt better. Automate more. Build anything.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FULL Claude Tutorial For Beginners in 2026 — Productive Dude  |  Slides prepared with Claude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– Full Beginner to Pro Guide</dc:title>
  <dc:subject>PptxGenJS Presentation</dc:subject>
  <dc:creator>PptxGenJS</dc:creator>
  <cp:lastModifiedBy>PptxGenJS</cp:lastModifiedBy>
  <cp:revision>1</cp:revision>
  <dcterms:created xsi:type="dcterms:W3CDTF">2026-06-19T16:46:45Z</dcterms:created>
  <dcterms:modified xsi:type="dcterms:W3CDTF">2026-06-19T16:46:45Z</dcterms:modified>
</cp:coreProperties>
</file>